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7556500" cy="10693400"/>
  <p:notesSz cx="6858000" cy="9144000"/>
  <p:embeddedFontLst>
    <p:embeddedFont>
      <p:font typeface="Anantason SemiExpanded" panose="020B0604020202020204" charset="-34"/>
      <p:regular r:id="rId4"/>
    </p:embeddedFont>
    <p:embeddedFont>
      <p:font typeface="Anantason SemiExpanded Bold" panose="020B0604020202020204" charset="-34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2635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1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5.png"/><Relationship Id="rId5" Type="http://schemas.openxmlformats.org/officeDocument/2006/relationships/image" Target="../media/image1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7560000" cy="10692000"/>
          </a:xfrm>
          <a:custGeom>
            <a:avLst/>
            <a:gdLst/>
            <a:ahLst/>
            <a:cxnLst/>
            <a:rect l="l" t="t" r="r" b="b"/>
            <a:pathLst>
              <a:path w="7560000" h="10692000">
                <a:moveTo>
                  <a:pt x="7560000" y="0"/>
                </a:moveTo>
                <a:lnTo>
                  <a:pt x="0" y="0"/>
                </a:lnTo>
                <a:lnTo>
                  <a:pt x="0" y="10692000"/>
                </a:lnTo>
                <a:lnTo>
                  <a:pt x="7560000" y="10692000"/>
                </a:lnTo>
                <a:lnTo>
                  <a:pt x="7560000" y="0"/>
                </a:lnTo>
                <a:close/>
              </a:path>
            </a:pathLst>
          </a:custGeom>
          <a:blipFill>
            <a:blip r:embed="rId2"/>
            <a:stretch>
              <a:fillRect l="-85567" t="-1069" r="-85567" b="-106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615803" y="-1760897"/>
            <a:ext cx="8178631" cy="5124121"/>
            <a:chOff x="0" y="0"/>
            <a:chExt cx="2931037" cy="18363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31037" cy="1836369"/>
            </a:xfrm>
            <a:custGeom>
              <a:avLst/>
              <a:gdLst/>
              <a:ahLst/>
              <a:cxnLst/>
              <a:rect l="l" t="t" r="r" b="b"/>
              <a:pathLst>
                <a:path w="2931037" h="1836369">
                  <a:moveTo>
                    <a:pt x="0" y="0"/>
                  </a:moveTo>
                  <a:lnTo>
                    <a:pt x="2931037" y="0"/>
                  </a:lnTo>
                  <a:lnTo>
                    <a:pt x="2931037" y="1836369"/>
                  </a:lnTo>
                  <a:lnTo>
                    <a:pt x="0" y="1836369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931037" cy="1883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1237" y="3052288"/>
            <a:ext cx="4540587" cy="3841292"/>
          </a:xfrm>
          <a:custGeom>
            <a:avLst/>
            <a:gdLst/>
            <a:ahLst/>
            <a:cxnLst/>
            <a:rect l="l" t="t" r="r" b="b"/>
            <a:pathLst>
              <a:path w="4540587" h="3841292">
                <a:moveTo>
                  <a:pt x="0" y="0"/>
                </a:moveTo>
                <a:lnTo>
                  <a:pt x="4540587" y="0"/>
                </a:lnTo>
                <a:lnTo>
                  <a:pt x="4540587" y="3841292"/>
                </a:lnTo>
                <a:lnTo>
                  <a:pt x="0" y="3841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2589"/>
            </a:stretch>
          </a:blipFill>
        </p:spPr>
      </p:sp>
      <p:sp>
        <p:nvSpPr>
          <p:cNvPr id="7" name="Freeform 7"/>
          <p:cNvSpPr/>
          <p:nvPr/>
        </p:nvSpPr>
        <p:spPr>
          <a:xfrm rot="-234759">
            <a:off x="-584845" y="8988948"/>
            <a:ext cx="8469686" cy="2371512"/>
          </a:xfrm>
          <a:custGeom>
            <a:avLst/>
            <a:gdLst/>
            <a:ahLst/>
            <a:cxnLst/>
            <a:rect l="l" t="t" r="r" b="b"/>
            <a:pathLst>
              <a:path w="8469686" h="2371512">
                <a:moveTo>
                  <a:pt x="0" y="0"/>
                </a:moveTo>
                <a:lnTo>
                  <a:pt x="8469686" y="0"/>
                </a:lnTo>
                <a:lnTo>
                  <a:pt x="8469686" y="2371512"/>
                </a:lnTo>
                <a:lnTo>
                  <a:pt x="0" y="23715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539510">
            <a:off x="-1288425" y="208208"/>
            <a:ext cx="4322577" cy="2804272"/>
          </a:xfrm>
          <a:custGeom>
            <a:avLst/>
            <a:gdLst/>
            <a:ahLst/>
            <a:cxnLst/>
            <a:rect l="l" t="t" r="r" b="b"/>
            <a:pathLst>
              <a:path w="4322577" h="2804272">
                <a:moveTo>
                  <a:pt x="0" y="0"/>
                </a:moveTo>
                <a:lnTo>
                  <a:pt x="4322577" y="0"/>
                </a:lnTo>
                <a:lnTo>
                  <a:pt x="4322577" y="2804272"/>
                </a:lnTo>
                <a:lnTo>
                  <a:pt x="0" y="28042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5457075">
            <a:off x="-1876835" y="-212733"/>
            <a:ext cx="4322577" cy="2804272"/>
          </a:xfrm>
          <a:custGeom>
            <a:avLst/>
            <a:gdLst/>
            <a:ahLst/>
            <a:cxnLst/>
            <a:rect l="l" t="t" r="r" b="b"/>
            <a:pathLst>
              <a:path w="4322577" h="2804272">
                <a:moveTo>
                  <a:pt x="0" y="0"/>
                </a:moveTo>
                <a:lnTo>
                  <a:pt x="4322577" y="0"/>
                </a:lnTo>
                <a:lnTo>
                  <a:pt x="4322577" y="2804272"/>
                </a:lnTo>
                <a:lnTo>
                  <a:pt x="0" y="28042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93537" y="4639499"/>
            <a:ext cx="1997862" cy="1997862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24906" r="-24906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3866566" y="3405057"/>
            <a:ext cx="4295636" cy="429563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 flipH="1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36650" t="-4490" r="-56640" b="-24289"/>
              </a:stretch>
            </a:blipFill>
            <a:ln w="238125" cap="sq">
              <a:gradFill>
                <a:gsLst>
                  <a:gs pos="0">
                    <a:srgbClr val="FFBA12">
                      <a:alpha val="100000"/>
                    </a:srgbClr>
                  </a:gs>
                  <a:gs pos="50000">
                    <a:srgbClr val="FFAC1B">
                      <a:alpha val="100000"/>
                    </a:srgbClr>
                  </a:gs>
                  <a:gs pos="100000">
                    <a:srgbClr val="FFA61C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2287777" y="3373672"/>
            <a:ext cx="1950010" cy="195001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24906" r="-24906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2577124" y="5459345"/>
            <a:ext cx="1202876" cy="120287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77777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-3688152" y="7266011"/>
            <a:ext cx="10820860" cy="3095758"/>
          </a:xfrm>
          <a:custGeom>
            <a:avLst/>
            <a:gdLst/>
            <a:ahLst/>
            <a:cxnLst/>
            <a:rect l="l" t="t" r="r" b="b"/>
            <a:pathLst>
              <a:path w="10820860" h="3095758">
                <a:moveTo>
                  <a:pt x="0" y="0"/>
                </a:moveTo>
                <a:lnTo>
                  <a:pt x="10820860" y="0"/>
                </a:lnTo>
                <a:lnTo>
                  <a:pt x="10820860" y="3095758"/>
                </a:lnTo>
                <a:lnTo>
                  <a:pt x="0" y="30957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4036" t="-16007" r="-4428" b="-8216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284454" y="312812"/>
            <a:ext cx="1376424" cy="1376424"/>
          </a:xfrm>
          <a:custGeom>
            <a:avLst/>
            <a:gdLst/>
            <a:ahLst/>
            <a:cxnLst/>
            <a:rect l="l" t="t" r="r" b="b"/>
            <a:pathLst>
              <a:path w="1376424" h="1376424">
                <a:moveTo>
                  <a:pt x="0" y="0"/>
                </a:moveTo>
                <a:lnTo>
                  <a:pt x="1376424" y="0"/>
                </a:lnTo>
                <a:lnTo>
                  <a:pt x="1376424" y="1376424"/>
                </a:lnTo>
                <a:lnTo>
                  <a:pt x="0" y="13764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66274" y="7853093"/>
            <a:ext cx="6567449" cy="3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433" b="1">
                <a:solidFill>
                  <a:srgbClr val="FFFFFF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เป้าหมายที่ ๒ พัฒนาคนเก่ง และมีความสุข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8299" y="951214"/>
            <a:ext cx="5938975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49"/>
              </a:lnSpc>
            </a:pPr>
            <a:r>
              <a:rPr lang="en-US" sz="3699" b="1">
                <a:solidFill>
                  <a:srgbClr val="000000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“คนเก่งและมีความสุข”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93733" y="646985"/>
            <a:ext cx="5938975" cy="279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700" b="1" spc="198">
                <a:solidFill>
                  <a:srgbClr val="FF8210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กิจกรรมการพัฒนาสมาชิกให้เป็น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82842" y="10118056"/>
            <a:ext cx="6567449" cy="24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</a:pPr>
            <a:r>
              <a:rPr lang="en-US" sz="1700">
                <a:solidFill>
                  <a:srgbClr val="FFFFFF"/>
                </a:solidFill>
                <a:latin typeface="Anantason SemiExpanded"/>
                <a:ea typeface="Anantason SemiExpanded"/>
                <a:cs typeface="Anantason SemiExpanded"/>
                <a:sym typeface="Anantason SemiExpanded"/>
              </a:rPr>
              <a:t>องค์การนักวิชาชีพในอนาคตแห่งประเทศไทย  วิทยาลัยเทคนิคจะนะ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20806" y="1774961"/>
            <a:ext cx="6043528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5"/>
              </a:lnSpc>
            </a:pPr>
            <a:r>
              <a:rPr lang="en-US" sz="2199" b="1" spc="41" dirty="0" err="1">
                <a:solidFill>
                  <a:srgbClr val="F57F34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ประจำปีงบประมาณ</a:t>
            </a:r>
            <a:r>
              <a:rPr lang="en-US" sz="2199" b="1" spc="41" dirty="0">
                <a:solidFill>
                  <a:srgbClr val="F57F34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 ๒๕๖</a:t>
            </a:r>
            <a:r>
              <a:rPr lang="th-TH" sz="2199" b="1" spc="41" dirty="0">
                <a:solidFill>
                  <a:srgbClr val="F57F34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๙</a:t>
            </a:r>
            <a:r>
              <a:rPr lang="en-US" sz="2199" b="1" spc="41" dirty="0">
                <a:solidFill>
                  <a:srgbClr val="F57F34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-681711" y="8759469"/>
            <a:ext cx="5938975" cy="527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0"/>
              </a:lnSpc>
            </a:pPr>
            <a:r>
              <a:rPr lang="en-US" sz="2900" b="1">
                <a:solidFill>
                  <a:srgbClr val="000000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โครงการ…….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4551" y="8346263"/>
            <a:ext cx="6567449" cy="29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0"/>
              </a:lnSpc>
            </a:pPr>
            <a:r>
              <a:rPr lang="en-US" sz="2000" b="1">
                <a:solidFill>
                  <a:srgbClr val="FFFFFF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๒… แผน…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7560000" cy="10692000"/>
          </a:xfrm>
          <a:custGeom>
            <a:avLst/>
            <a:gdLst/>
            <a:ahLst/>
            <a:cxnLst/>
            <a:rect l="l" t="t" r="r" b="b"/>
            <a:pathLst>
              <a:path w="7560000" h="10692000">
                <a:moveTo>
                  <a:pt x="7560000" y="0"/>
                </a:moveTo>
                <a:lnTo>
                  <a:pt x="0" y="0"/>
                </a:lnTo>
                <a:lnTo>
                  <a:pt x="0" y="10692000"/>
                </a:lnTo>
                <a:lnTo>
                  <a:pt x="7560000" y="10692000"/>
                </a:lnTo>
                <a:lnTo>
                  <a:pt x="7560000" y="0"/>
                </a:lnTo>
                <a:close/>
              </a:path>
            </a:pathLst>
          </a:custGeom>
          <a:blipFill>
            <a:blip r:embed="rId2"/>
            <a:stretch>
              <a:fillRect l="-85567" t="-1069" r="-85567" b="-106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615803" y="-1760897"/>
            <a:ext cx="8178631" cy="5124121"/>
            <a:chOff x="0" y="0"/>
            <a:chExt cx="2931037" cy="18363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31037" cy="1836369"/>
            </a:xfrm>
            <a:custGeom>
              <a:avLst/>
              <a:gdLst/>
              <a:ahLst/>
              <a:cxnLst/>
              <a:rect l="l" t="t" r="r" b="b"/>
              <a:pathLst>
                <a:path w="2931037" h="1836369">
                  <a:moveTo>
                    <a:pt x="0" y="0"/>
                  </a:moveTo>
                  <a:lnTo>
                    <a:pt x="2931037" y="0"/>
                  </a:lnTo>
                  <a:lnTo>
                    <a:pt x="2931037" y="1836369"/>
                  </a:lnTo>
                  <a:lnTo>
                    <a:pt x="0" y="1836369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931037" cy="1883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1237" y="3052288"/>
            <a:ext cx="4540587" cy="3841292"/>
          </a:xfrm>
          <a:custGeom>
            <a:avLst/>
            <a:gdLst/>
            <a:ahLst/>
            <a:cxnLst/>
            <a:rect l="l" t="t" r="r" b="b"/>
            <a:pathLst>
              <a:path w="4540587" h="3841292">
                <a:moveTo>
                  <a:pt x="0" y="0"/>
                </a:moveTo>
                <a:lnTo>
                  <a:pt x="4540587" y="0"/>
                </a:lnTo>
                <a:lnTo>
                  <a:pt x="4540587" y="3841292"/>
                </a:lnTo>
                <a:lnTo>
                  <a:pt x="0" y="3841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2589"/>
            </a:stretch>
          </a:blipFill>
        </p:spPr>
      </p:sp>
      <p:sp>
        <p:nvSpPr>
          <p:cNvPr id="7" name="Freeform 7"/>
          <p:cNvSpPr/>
          <p:nvPr/>
        </p:nvSpPr>
        <p:spPr>
          <a:xfrm rot="-234759">
            <a:off x="-584845" y="8988948"/>
            <a:ext cx="8469686" cy="2371512"/>
          </a:xfrm>
          <a:custGeom>
            <a:avLst/>
            <a:gdLst/>
            <a:ahLst/>
            <a:cxnLst/>
            <a:rect l="l" t="t" r="r" b="b"/>
            <a:pathLst>
              <a:path w="8469686" h="2371512">
                <a:moveTo>
                  <a:pt x="0" y="0"/>
                </a:moveTo>
                <a:lnTo>
                  <a:pt x="8469686" y="0"/>
                </a:lnTo>
                <a:lnTo>
                  <a:pt x="8469686" y="2371512"/>
                </a:lnTo>
                <a:lnTo>
                  <a:pt x="0" y="23715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539510">
            <a:off x="-1288425" y="208208"/>
            <a:ext cx="4322577" cy="2804272"/>
          </a:xfrm>
          <a:custGeom>
            <a:avLst/>
            <a:gdLst/>
            <a:ahLst/>
            <a:cxnLst/>
            <a:rect l="l" t="t" r="r" b="b"/>
            <a:pathLst>
              <a:path w="4322577" h="2804272">
                <a:moveTo>
                  <a:pt x="0" y="0"/>
                </a:moveTo>
                <a:lnTo>
                  <a:pt x="4322577" y="0"/>
                </a:lnTo>
                <a:lnTo>
                  <a:pt x="4322577" y="2804272"/>
                </a:lnTo>
                <a:lnTo>
                  <a:pt x="0" y="28042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5457075">
            <a:off x="-1876835" y="-212733"/>
            <a:ext cx="4322577" cy="2804272"/>
          </a:xfrm>
          <a:custGeom>
            <a:avLst/>
            <a:gdLst/>
            <a:ahLst/>
            <a:cxnLst/>
            <a:rect l="l" t="t" r="r" b="b"/>
            <a:pathLst>
              <a:path w="4322577" h="2804272">
                <a:moveTo>
                  <a:pt x="0" y="0"/>
                </a:moveTo>
                <a:lnTo>
                  <a:pt x="4322577" y="0"/>
                </a:lnTo>
                <a:lnTo>
                  <a:pt x="4322577" y="2804272"/>
                </a:lnTo>
                <a:lnTo>
                  <a:pt x="0" y="28042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93537" y="4639499"/>
            <a:ext cx="1997862" cy="1997862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24906" r="-24906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3866566" y="3405057"/>
            <a:ext cx="4295636" cy="429563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 flipH="1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36650" t="-4490" r="-56640" b="-24289"/>
              </a:stretch>
            </a:blipFill>
            <a:ln w="238125" cap="sq">
              <a:solidFill>
                <a:srgbClr val="5CE1E6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2287777" y="3373672"/>
            <a:ext cx="1950010" cy="195001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24906" r="-24906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2577124" y="5459345"/>
            <a:ext cx="1202876" cy="120287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77777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-3688152" y="7266011"/>
            <a:ext cx="10820860" cy="3095758"/>
          </a:xfrm>
          <a:custGeom>
            <a:avLst/>
            <a:gdLst/>
            <a:ahLst/>
            <a:cxnLst/>
            <a:rect l="l" t="t" r="r" b="b"/>
            <a:pathLst>
              <a:path w="10820860" h="3095758">
                <a:moveTo>
                  <a:pt x="0" y="0"/>
                </a:moveTo>
                <a:lnTo>
                  <a:pt x="10820860" y="0"/>
                </a:lnTo>
                <a:lnTo>
                  <a:pt x="10820860" y="3095758"/>
                </a:lnTo>
                <a:lnTo>
                  <a:pt x="0" y="30957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4036" t="-16007" r="-4428" b="-8216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284454" y="312812"/>
            <a:ext cx="1376424" cy="1376424"/>
          </a:xfrm>
          <a:custGeom>
            <a:avLst/>
            <a:gdLst/>
            <a:ahLst/>
            <a:cxnLst/>
            <a:rect l="l" t="t" r="r" b="b"/>
            <a:pathLst>
              <a:path w="1376424" h="1376424">
                <a:moveTo>
                  <a:pt x="0" y="0"/>
                </a:moveTo>
                <a:lnTo>
                  <a:pt x="1376424" y="0"/>
                </a:lnTo>
                <a:lnTo>
                  <a:pt x="1376424" y="1376424"/>
                </a:lnTo>
                <a:lnTo>
                  <a:pt x="0" y="13764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66274" y="7853093"/>
            <a:ext cx="6567449" cy="3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433" b="1">
                <a:solidFill>
                  <a:srgbClr val="FFFFFF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เป้าหมายที่ ๑ พัฒนาคนเก่ง และมีความสุข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8299" y="951214"/>
            <a:ext cx="5938975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49"/>
              </a:lnSpc>
            </a:pPr>
            <a:r>
              <a:rPr lang="en-US" sz="3699" b="1">
                <a:solidFill>
                  <a:srgbClr val="000000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“คนดีและมีความสุข”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93733" y="646985"/>
            <a:ext cx="5938975" cy="279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700" b="1" spc="198">
                <a:solidFill>
                  <a:srgbClr val="004AAD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กิจกรรมการพัฒนาสมาชิกให้เป็น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82842" y="10118056"/>
            <a:ext cx="6567449" cy="24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</a:pPr>
            <a:r>
              <a:rPr lang="en-US" sz="1700">
                <a:solidFill>
                  <a:srgbClr val="FFFFFF"/>
                </a:solidFill>
                <a:latin typeface="Anantason SemiExpanded"/>
                <a:ea typeface="Anantason SemiExpanded"/>
                <a:cs typeface="Anantason SemiExpanded"/>
                <a:sym typeface="Anantason SemiExpanded"/>
              </a:rPr>
              <a:t>องค์การนักวิชาชีพในอนาคตแห่งประเทศไทย  วิทยาลัยเทคนิคจะนะ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20806" y="1774961"/>
            <a:ext cx="6043528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5"/>
              </a:lnSpc>
            </a:pPr>
            <a:r>
              <a:rPr lang="en-US" sz="2199" b="1" spc="41" dirty="0" err="1">
                <a:solidFill>
                  <a:srgbClr val="5CE1E6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ประจำปีงบประมาณ</a:t>
            </a:r>
            <a:r>
              <a:rPr lang="en-US" sz="2199" b="1" spc="41" dirty="0">
                <a:solidFill>
                  <a:srgbClr val="5CE1E6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 ๒๕๖</a:t>
            </a:r>
            <a:r>
              <a:rPr lang="th-TH" sz="2199" b="1" spc="41" dirty="0">
                <a:solidFill>
                  <a:srgbClr val="5CE1E6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๙</a:t>
            </a:r>
            <a:r>
              <a:rPr lang="en-US" sz="2199" b="1" spc="41" dirty="0">
                <a:solidFill>
                  <a:srgbClr val="5CE1E6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-681711" y="8759469"/>
            <a:ext cx="5938975" cy="527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0"/>
              </a:lnSpc>
            </a:pPr>
            <a:r>
              <a:rPr lang="en-US" sz="2900" b="1">
                <a:solidFill>
                  <a:srgbClr val="000000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โครงการ…….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4551" y="8346263"/>
            <a:ext cx="6567449" cy="29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0"/>
              </a:lnSpc>
            </a:pPr>
            <a:r>
              <a:rPr lang="en-US" sz="2000" b="1">
                <a:solidFill>
                  <a:srgbClr val="FFFFFF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๑… แผน…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88</Words>
  <Application>Microsoft Office PowerPoint</Application>
  <PresentationFormat>กำหนดเอง</PresentationFormat>
  <Paragraphs>14</Paragraphs>
  <Slides>2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2</vt:i4>
      </vt:variant>
    </vt:vector>
  </HeadingPairs>
  <TitlesOfParts>
    <vt:vector size="7" baseType="lpstr">
      <vt:lpstr>Arial</vt:lpstr>
      <vt:lpstr>Anantason SemiExpanded Bold</vt:lpstr>
      <vt:lpstr>Calibri</vt:lpstr>
      <vt:lpstr>Anantason SemiExpanded</vt:lpstr>
      <vt:lpstr>Office Theme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สีส้ม และ สีเหลือง โมเดิร์น ทางการ ปก รายงาน วิชาการ เอกสาร A4</dc:title>
  <dc:creator>Le380</dc:creator>
  <cp:lastModifiedBy>kamonchanok drangruang</cp:lastModifiedBy>
  <cp:revision>3</cp:revision>
  <dcterms:created xsi:type="dcterms:W3CDTF">2006-08-16T00:00:00Z</dcterms:created>
  <dcterms:modified xsi:type="dcterms:W3CDTF">2026-03-07T07:07:57Z</dcterms:modified>
  <dc:identifier>DAGzBO7Gxjo</dc:identifier>
</cp:coreProperties>
</file>